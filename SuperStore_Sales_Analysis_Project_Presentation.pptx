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ardha Jala" userId="48ee4b9d1a2bf0b3" providerId="LiveId" clId="{5ED44AEB-1824-4097-81EA-157BE25CC579}"/>
    <pc:docChg chg="modSld">
      <pc:chgData name="Siddardha Jala" userId="48ee4b9d1a2bf0b3" providerId="LiveId" clId="{5ED44AEB-1824-4097-81EA-157BE25CC579}" dt="2026-08-09T06:03:26.419" v="10" actId="14100"/>
      <pc:docMkLst>
        <pc:docMk/>
      </pc:docMkLst>
      <pc:sldChg chg="modSp mod">
        <pc:chgData name="Siddardha Jala" userId="48ee4b9d1a2bf0b3" providerId="LiveId" clId="{5ED44AEB-1824-4097-81EA-157BE25CC579}" dt="2026-08-09T06:03:26.419" v="10" actId="14100"/>
        <pc:sldMkLst>
          <pc:docMk/>
          <pc:sldMk cId="0" sldId="256"/>
        </pc:sldMkLst>
        <pc:spChg chg="mod">
          <ac:chgData name="Siddardha Jala" userId="48ee4b9d1a2bf0b3" providerId="LiveId" clId="{5ED44AEB-1824-4097-81EA-157BE25CC579}" dt="2026-08-09T06:03:26.419" v="10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Siddardha Jala" userId="48ee4b9d1a2bf0b3" providerId="LiveId" clId="{5ED44AEB-1824-4097-81EA-157BE25CC579}" dt="2026-08-09T06:03:10.330" v="6" actId="1410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2228" y="1518557"/>
            <a:ext cx="7788727" cy="1404257"/>
          </a:xfrm>
        </p:spPr>
        <p:txBody>
          <a:bodyPr/>
          <a:lstStyle/>
          <a:p>
            <a:r>
              <a:rPr dirty="0" err="1"/>
              <a:t>SuperStore</a:t>
            </a:r>
            <a:r>
              <a:rPr dirty="0"/>
              <a:t>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1457" y="3265714"/>
            <a:ext cx="7429499" cy="1747157"/>
          </a:xfrm>
        </p:spPr>
        <p:txBody>
          <a:bodyPr/>
          <a:lstStyle/>
          <a:p>
            <a:r>
              <a:rPr dirty="0"/>
              <a:t>Data Analysis &amp; Business Intelligence Project</a:t>
            </a:r>
          </a:p>
          <a:p>
            <a:r>
              <a:rPr dirty="0"/>
              <a:t>Jala Sidhartha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Analyzed the SuperStore sales dataset to understand sales and profitability patterns.</a:t>
            </a:r>
          </a:p>
          <a:p>
            <a:pPr>
              <a:defRPr sz="2100"/>
            </a:pPr>
            <a:r>
              <a:t>Focused on business performance across products, customers, regions and time.</a:t>
            </a:r>
          </a:p>
          <a:p>
            <a:pPr>
              <a:defRPr sz="2100"/>
            </a:pPr>
            <a:r>
              <a:t>Used data analysis and visualization to convert raw sales data into actionable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Understand overall sales and profit performance.</a:t>
            </a:r>
          </a:p>
          <a:p>
            <a:pPr>
              <a:defRPr sz="2100"/>
            </a:pPr>
            <a:r>
              <a:t>Identify high-performing and low-performing product areas.</a:t>
            </a:r>
          </a:p>
          <a:p>
            <a:pPr>
              <a:defRPr sz="2100"/>
            </a:pPr>
            <a:r>
              <a:t>Analyze regional and customer-segment performance.</a:t>
            </a:r>
          </a:p>
          <a:p>
            <a:pPr>
              <a:defRPr sz="2100"/>
            </a:pPr>
            <a:r>
              <a:t>Study sales trends over time.</a:t>
            </a:r>
          </a:p>
          <a:p>
            <a:pPr>
              <a:defRPr sz="2100"/>
            </a:pPr>
            <a:r>
              <a:t>Support business decisions through data-driven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Dataset: SuperStore Sales Dataset.</a:t>
            </a:r>
          </a:p>
          <a:p>
            <a:pPr>
              <a:defRPr sz="2100"/>
            </a:pPr>
            <a:r>
              <a:t>Contains transactional sales information used for business analysis.</a:t>
            </a:r>
          </a:p>
          <a:p>
            <a:pPr>
              <a:defRPr sz="2100"/>
            </a:pPr>
            <a:r>
              <a:t>Typical analytical dimensions include orders, products, customers, regions and dates.</a:t>
            </a:r>
          </a:p>
          <a:p>
            <a:pPr>
              <a:defRPr sz="2100"/>
            </a:pPr>
            <a:r>
              <a:t>Measures such as Sales and Profit can be used to evaluate business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Data loading and inspection</a:t>
            </a:r>
          </a:p>
          <a:p>
            <a:pPr>
              <a:defRPr sz="2100"/>
            </a:pPr>
            <a:r>
              <a:t>Data cleaning and preparation</a:t>
            </a:r>
          </a:p>
          <a:p>
            <a:pPr>
              <a:defRPr sz="2100"/>
            </a:pPr>
            <a:r>
              <a:t>Exploratory data analysis</a:t>
            </a:r>
          </a:p>
          <a:p>
            <a:pPr>
              <a:defRPr sz="2100"/>
            </a:pPr>
            <a:r>
              <a:t>Aggregation by relevant business dimensions</a:t>
            </a:r>
          </a:p>
          <a:p>
            <a:pPr>
              <a:defRPr sz="2100"/>
            </a:pPr>
            <a:r>
              <a:t>Visualization of trends and comparisons</a:t>
            </a:r>
          </a:p>
          <a:p>
            <a:pPr>
              <a:defRPr sz="2100"/>
            </a:pPr>
            <a:r>
              <a:t>Business interpretation of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How are sales and profit changing over time?</a:t>
            </a:r>
          </a:p>
          <a:p>
            <a:pPr>
              <a:defRPr sz="2100"/>
            </a:pPr>
            <a:r>
              <a:t>Which categories or products generate the strongest performance?</a:t>
            </a:r>
          </a:p>
          <a:p>
            <a:pPr>
              <a:defRPr sz="2100"/>
            </a:pPr>
            <a:r>
              <a:t>Which regions contribute most to sales and profit?</a:t>
            </a:r>
          </a:p>
          <a:p>
            <a:pPr>
              <a:defRPr sz="2100"/>
            </a:pPr>
            <a:r>
              <a:t>Which customer segments perform best?</a:t>
            </a:r>
          </a:p>
          <a:p>
            <a:pPr>
              <a:defRPr sz="2100"/>
            </a:pPr>
            <a:r>
              <a:t>Where are sales high but profitability comparatively weak?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Visualizations /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Sales and profit trend analysis</a:t>
            </a:r>
          </a:p>
          <a:p>
            <a:pPr>
              <a:defRPr sz="2100"/>
            </a:pPr>
            <a:r>
              <a:t>Category and sub-category comparison</a:t>
            </a:r>
          </a:p>
          <a:p>
            <a:pPr>
              <a:defRPr sz="2100"/>
            </a:pPr>
            <a:r>
              <a:t>Regional performance analysis</a:t>
            </a:r>
          </a:p>
          <a:p>
            <a:pPr>
              <a:defRPr sz="2100"/>
            </a:pPr>
            <a:r>
              <a:t>Customer-segment analysis</a:t>
            </a:r>
          </a:p>
          <a:p>
            <a:pPr>
              <a:defRPr sz="2100"/>
            </a:pPr>
            <a:r>
              <a:t>Top and bottom performing products</a:t>
            </a:r>
          </a:p>
          <a:p>
            <a:pPr>
              <a:defRPr sz="2100"/>
            </a:pPr>
            <a:r>
              <a:t>Interactive dashboard views can be used to support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Performance should be evaluated using both Sales and Profit rather than sales alone.</a:t>
            </a:r>
          </a:p>
          <a:p>
            <a:pPr>
              <a:defRPr sz="2100"/>
            </a:pPr>
            <a:r>
              <a:t>Comparing categories, regions and customer segments helps identify growth opportunities.</a:t>
            </a:r>
          </a:p>
          <a:p>
            <a:pPr>
              <a:defRPr sz="2100"/>
            </a:pPr>
            <a:r>
              <a:t>Trend analysis helps identify periods of stronger or weaker business performance.</a:t>
            </a:r>
          </a:p>
          <a:p>
            <a:pPr>
              <a:defRPr sz="2100"/>
            </a:pPr>
            <a:r>
              <a:t>Low-profit areas can be investigated further for pricing, discounting or cost-related issues.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Power BI</a:t>
            </a:r>
          </a:p>
          <a:p>
            <a:pPr>
              <a:defRPr sz="2100"/>
            </a:pPr>
            <a:r>
              <a:t>Power Query</a:t>
            </a:r>
          </a:p>
          <a:p>
            <a:pPr>
              <a:defRPr sz="2100"/>
            </a:pPr>
            <a:r>
              <a:t>DAX</a:t>
            </a:r>
          </a:p>
          <a:p>
            <a:pPr>
              <a:defRPr sz="2100"/>
            </a:pPr>
            <a:r>
              <a:t>CSV dataset</a:t>
            </a:r>
          </a:p>
          <a:p>
            <a:pPr>
              <a:defRPr sz="2100"/>
            </a:pPr>
            <a:r>
              <a:t>Data visualization and business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Focus on profitable products and customer segments.</a:t>
            </a:r>
          </a:p>
          <a:p>
            <a:pPr>
              <a:defRPr sz="2100"/>
            </a:pPr>
            <a:r>
              <a:t>Investigate regions or product areas with weak profit margins.</a:t>
            </a:r>
          </a:p>
          <a:p>
            <a:pPr>
              <a:defRPr sz="2100"/>
            </a:pPr>
            <a:r>
              <a:t>Monitor sales and profit trends regularly.</a:t>
            </a:r>
          </a:p>
          <a:p>
            <a:pPr>
              <a:defRPr sz="2100"/>
            </a:pPr>
            <a:r>
              <a:t>Use dashboard filters to support category, region and customer-level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The project demonstrates an end-to-end sales analytics workflow.</a:t>
            </a:r>
          </a:p>
          <a:p>
            <a:pPr>
              <a:defRPr sz="2100"/>
            </a:pPr>
            <a:r>
              <a:t>Raw transactional data is transformed into business-oriented analysis and visual reporting.</a:t>
            </a:r>
          </a:p>
          <a:p>
            <a:pPr>
              <a:defRPr sz="2100"/>
            </a:pPr>
            <a:r>
              <a:t>The dashboard can help stakeholders monitor performance and identify areas for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397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SuperStore Sales Analysis</vt:lpstr>
      <vt:lpstr>1. Project Overview</vt:lpstr>
      <vt:lpstr>2. Project Objectives</vt:lpstr>
      <vt:lpstr>3. Dataset</vt:lpstr>
      <vt:lpstr>4. Analysis Approach</vt:lpstr>
      <vt:lpstr>5. Key Business Questions</vt:lpstr>
      <vt:lpstr>6. Visualizations / Dashboard</vt:lpstr>
      <vt:lpstr>7. Business Insights</vt:lpstr>
      <vt:lpstr>8. Tools &amp; Technologies</vt:lpstr>
      <vt:lpstr>9. Recommendations</vt:lpstr>
      <vt:lpstr>10.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Siddardha Jala</cp:lastModifiedBy>
  <cp:revision>1</cp:revision>
  <dcterms:created xsi:type="dcterms:W3CDTF">2013-01-27T09:14:16Z</dcterms:created>
  <dcterms:modified xsi:type="dcterms:W3CDTF">2026-08-09T06:03:27Z</dcterms:modified>
  <cp:category/>
</cp:coreProperties>
</file>